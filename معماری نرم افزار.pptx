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9596182031983805E-2"/>
          <c:y val="0.13757068118163082"/>
          <c:w val="0.92237867230717596"/>
          <c:h val="0.70698356497384141"/>
        </c:manualLayout>
      </c:layout>
      <c:lineChart>
        <c:grouping val="stacked"/>
        <c:varyColors val="0"/>
        <c:ser>
          <c:idx val="0"/>
          <c:order val="0"/>
          <c:tx>
            <c:strRef>
              <c:f>Sheet1!$B$1</c:f>
              <c:strCache>
                <c:ptCount val="1"/>
                <c:pt idx="0">
                  <c:v>مصرف cpu در طول زمان</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ساعت1</c:v>
                </c:pt>
                <c:pt idx="1">
                  <c:v>ساعت2</c:v>
                </c:pt>
                <c:pt idx="2">
                  <c:v>ساعت3</c:v>
                </c:pt>
                <c:pt idx="3">
                  <c:v>ساعت4</c:v>
                </c:pt>
                <c:pt idx="4">
                  <c:v>ساعت5</c:v>
                </c:pt>
              </c:strCache>
            </c:strRef>
          </c:cat>
          <c:val>
            <c:numRef>
              <c:f>Sheet1!$B$2:$B$6</c:f>
              <c:numCache>
                <c:formatCode>General</c:formatCode>
                <c:ptCount val="5"/>
                <c:pt idx="0">
                  <c:v>20</c:v>
                </c:pt>
                <c:pt idx="1">
                  <c:v>25</c:v>
                </c:pt>
                <c:pt idx="2">
                  <c:v>30</c:v>
                </c:pt>
                <c:pt idx="3">
                  <c:v>28</c:v>
                </c:pt>
                <c:pt idx="4">
                  <c:v>35</c:v>
                </c:pt>
              </c:numCache>
            </c:numRef>
          </c:val>
          <c:smooth val="0"/>
          <c:extLst>
            <c:ext xmlns:c16="http://schemas.microsoft.com/office/drawing/2014/chart" uri="{C3380CC4-5D6E-409C-BE32-E72D297353CC}">
              <c16:uniqueId val="{00000000-FBF6-4C50-8111-8B8AB58DB489}"/>
            </c:ext>
          </c:extLst>
        </c:ser>
        <c:dLbls>
          <c:dLblPos val="ctr"/>
          <c:showLegendKey val="0"/>
          <c:showVal val="1"/>
          <c:showCatName val="0"/>
          <c:showSerName val="0"/>
          <c:showPercent val="0"/>
          <c:showBubbleSize val="0"/>
        </c:dLbls>
        <c:smooth val="0"/>
        <c:axId val="668405455"/>
        <c:axId val="668410255"/>
      </c:lineChart>
      <c:catAx>
        <c:axId val="668405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8410255"/>
        <c:crosses val="autoZero"/>
        <c:auto val="1"/>
        <c:lblAlgn val="ctr"/>
        <c:lblOffset val="100"/>
        <c:noMultiLvlLbl val="0"/>
      </c:catAx>
      <c:valAx>
        <c:axId val="668410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84054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8F3A5F-8310-489A-843D-FA9745A30288}" type="doc">
      <dgm:prSet loTypeId="urn:microsoft.com/office/officeart/2005/8/layout/hierarchy6" loCatId="hierarchy" qsTypeId="urn:microsoft.com/office/officeart/2005/8/quickstyle/3d1" qsCatId="3D" csTypeId="urn:microsoft.com/office/officeart/2005/8/colors/colorful2" csCatId="colorful" phldr="1"/>
      <dgm:spPr/>
      <dgm:t>
        <a:bodyPr/>
        <a:lstStyle/>
        <a:p>
          <a:endParaRPr lang="en-US"/>
        </a:p>
      </dgm:t>
    </dgm:pt>
    <dgm:pt modelId="{F10869C8-0C3C-4AF8-9DA2-C147937B92BD}">
      <dgm:prSet phldrT="[Text]" phldr="0"/>
      <dgm:spPr/>
      <dgm:t>
        <a:bodyPr/>
        <a:lstStyle/>
        <a:p>
          <a:r>
            <a:rPr lang="fa-IR" b="1" i="1" dirty="0">
              <a:solidFill>
                <a:schemeClr val="tx1"/>
              </a:solidFill>
              <a:latin typeface="Dubai Medium" panose="020B0603030403030204" pitchFamily="34" charset="-78"/>
              <a:ea typeface="Verdana" panose="020B0604030504040204" pitchFamily="34" charset="0"/>
              <a:cs typeface="Dubai Medium" panose="020B0603030403030204" pitchFamily="34" charset="-78"/>
            </a:rPr>
            <a:t>مدیر پروژه</a:t>
          </a:r>
          <a:endParaRPr lang="en-US" b="1" i="1" dirty="0">
            <a:solidFill>
              <a:schemeClr val="tx1"/>
            </a:solidFill>
            <a:latin typeface="Dubai Medium" panose="020B0603030403030204" pitchFamily="34" charset="-78"/>
            <a:ea typeface="Verdana" panose="020B0604030504040204" pitchFamily="34" charset="0"/>
            <a:cs typeface="Dubai Medium" panose="020B0603030403030204" pitchFamily="34" charset="-78"/>
          </a:endParaRPr>
        </a:p>
      </dgm:t>
    </dgm:pt>
    <dgm:pt modelId="{491DAF2B-A205-437B-BC93-E4C346AB2724}" type="parTrans" cxnId="{88341B99-BF4A-42AC-91CC-A1C6EF4FA933}">
      <dgm:prSet/>
      <dgm:spPr/>
      <dgm:t>
        <a:bodyPr/>
        <a:lstStyle/>
        <a:p>
          <a:endParaRPr lang="en-US"/>
        </a:p>
      </dgm:t>
    </dgm:pt>
    <dgm:pt modelId="{83F243B1-106E-455B-A791-51C24C0938D9}" type="sibTrans" cxnId="{88341B99-BF4A-42AC-91CC-A1C6EF4FA933}">
      <dgm:prSet/>
      <dgm:spPr/>
      <dgm:t>
        <a:bodyPr/>
        <a:lstStyle/>
        <a:p>
          <a:endParaRPr lang="en-US"/>
        </a:p>
      </dgm:t>
    </dgm:pt>
    <dgm:pt modelId="{AD3E87F7-7469-42C5-BEB2-F77256F6B1AA}">
      <dgm:prSet phldrT="[Text]" phldr="0"/>
      <dgm:spPr/>
      <dgm:t>
        <a:bodyPr/>
        <a:lstStyle/>
        <a:p>
          <a:r>
            <a:rPr lang="fa-IR" dirty="0"/>
            <a:t>توسعه دهنده اصلی</a:t>
          </a:r>
          <a:endParaRPr lang="en-US" dirty="0"/>
        </a:p>
      </dgm:t>
    </dgm:pt>
    <dgm:pt modelId="{9225367A-AEDF-4976-A510-A32D31294E83}" type="parTrans" cxnId="{911F7725-EB57-405E-AD7B-513EFE146E66}">
      <dgm:prSet/>
      <dgm:spPr/>
      <dgm:t>
        <a:bodyPr/>
        <a:lstStyle/>
        <a:p>
          <a:endParaRPr lang="en-US"/>
        </a:p>
      </dgm:t>
    </dgm:pt>
    <dgm:pt modelId="{08A1A341-051C-405D-A23B-660DD6A4ADBD}" type="sibTrans" cxnId="{911F7725-EB57-405E-AD7B-513EFE146E66}">
      <dgm:prSet/>
      <dgm:spPr/>
      <dgm:t>
        <a:bodyPr/>
        <a:lstStyle/>
        <a:p>
          <a:endParaRPr lang="en-US"/>
        </a:p>
      </dgm:t>
    </dgm:pt>
    <dgm:pt modelId="{9CB4A542-C9D5-4A42-B14A-4C5AB63EAD71}">
      <dgm:prSet phldrT="[Text]" phldr="0"/>
      <dgm:spPr/>
      <dgm:t>
        <a:bodyPr/>
        <a:lstStyle/>
        <a:p>
          <a:pPr rtl="0"/>
          <a:r>
            <a:rPr lang="fa-IR" dirty="0"/>
            <a:t>طراح </a:t>
          </a:r>
          <a:r>
            <a:rPr lang="en-US" dirty="0"/>
            <a:t> UI_UX</a:t>
          </a:r>
        </a:p>
      </dgm:t>
    </dgm:pt>
    <dgm:pt modelId="{9FACAD1F-6B92-4AB7-B0D2-ADDB2E616DD9}" type="parTrans" cxnId="{EE7B4453-3709-4CEE-8EDE-54AED7F7D011}">
      <dgm:prSet/>
      <dgm:spPr/>
      <dgm:t>
        <a:bodyPr/>
        <a:lstStyle/>
        <a:p>
          <a:endParaRPr lang="en-US"/>
        </a:p>
      </dgm:t>
    </dgm:pt>
    <dgm:pt modelId="{D8FD90E6-2D26-453E-B434-B49B4E299EE4}" type="sibTrans" cxnId="{EE7B4453-3709-4CEE-8EDE-54AED7F7D011}">
      <dgm:prSet/>
      <dgm:spPr/>
      <dgm:t>
        <a:bodyPr/>
        <a:lstStyle/>
        <a:p>
          <a:endParaRPr lang="en-US"/>
        </a:p>
      </dgm:t>
    </dgm:pt>
    <dgm:pt modelId="{3DCFDDF3-754B-4625-82E3-21766223139A}">
      <dgm:prSet/>
      <dgm:spPr/>
      <dgm:t>
        <a:bodyPr/>
        <a:lstStyle/>
        <a:p>
          <a:r>
            <a:rPr lang="fa-IR" dirty="0"/>
            <a:t>برنامه نویس </a:t>
          </a:r>
          <a:r>
            <a:rPr lang="en-US" dirty="0"/>
            <a:t>back end</a:t>
          </a:r>
        </a:p>
      </dgm:t>
    </dgm:pt>
    <dgm:pt modelId="{8641DEC8-F827-4947-ADE3-E2A4B08C465C}" type="parTrans" cxnId="{D57EDF15-1847-494D-84D5-62EB333B0681}">
      <dgm:prSet/>
      <dgm:spPr/>
      <dgm:t>
        <a:bodyPr/>
        <a:lstStyle/>
        <a:p>
          <a:endParaRPr lang="en-US"/>
        </a:p>
      </dgm:t>
    </dgm:pt>
    <dgm:pt modelId="{F06A70AC-8BEC-459C-A970-1F5D43C6C1D2}" type="sibTrans" cxnId="{D57EDF15-1847-494D-84D5-62EB333B0681}">
      <dgm:prSet/>
      <dgm:spPr/>
      <dgm:t>
        <a:bodyPr/>
        <a:lstStyle/>
        <a:p>
          <a:endParaRPr lang="en-US"/>
        </a:p>
      </dgm:t>
    </dgm:pt>
    <dgm:pt modelId="{182955FB-7B1D-43D8-A69A-7DB957D70D2B}">
      <dgm:prSet/>
      <dgm:spPr/>
      <dgm:t>
        <a:bodyPr/>
        <a:lstStyle/>
        <a:p>
          <a:pPr algn="just" rtl="0"/>
          <a:r>
            <a:rPr lang="en-US" dirty="0"/>
            <a:t>	</a:t>
          </a:r>
          <a:r>
            <a:rPr lang="fa-IR" dirty="0"/>
            <a:t>برنامه نویس </a:t>
          </a:r>
          <a:r>
            <a:rPr lang="en-US" dirty="0"/>
            <a:t>frontend</a:t>
          </a:r>
        </a:p>
      </dgm:t>
    </dgm:pt>
    <dgm:pt modelId="{5537A476-3CE5-4AA4-8D6E-00F2ADFA6E96}" type="parTrans" cxnId="{E4306C22-F23C-441E-9D12-CBE14FCD8A12}">
      <dgm:prSet/>
      <dgm:spPr/>
      <dgm:t>
        <a:bodyPr/>
        <a:lstStyle/>
        <a:p>
          <a:endParaRPr lang="en-US"/>
        </a:p>
      </dgm:t>
    </dgm:pt>
    <dgm:pt modelId="{1940F5E0-49C7-4815-AD84-6BA7E653E827}" type="sibTrans" cxnId="{E4306C22-F23C-441E-9D12-CBE14FCD8A12}">
      <dgm:prSet/>
      <dgm:spPr/>
      <dgm:t>
        <a:bodyPr/>
        <a:lstStyle/>
        <a:p>
          <a:endParaRPr lang="en-US"/>
        </a:p>
      </dgm:t>
    </dgm:pt>
    <dgm:pt modelId="{EFDCCF32-7EBF-433C-AB4B-A62A9CE06204}" type="pres">
      <dgm:prSet presAssocID="{968F3A5F-8310-489A-843D-FA9745A30288}" presName="mainComposite" presStyleCnt="0">
        <dgm:presLayoutVars>
          <dgm:chPref val="1"/>
          <dgm:dir/>
          <dgm:animOne val="branch"/>
          <dgm:animLvl val="lvl"/>
          <dgm:resizeHandles val="exact"/>
        </dgm:presLayoutVars>
      </dgm:prSet>
      <dgm:spPr/>
    </dgm:pt>
    <dgm:pt modelId="{DBCD34C7-A2FD-462C-A384-B638CA75BE4F}" type="pres">
      <dgm:prSet presAssocID="{968F3A5F-8310-489A-843D-FA9745A30288}" presName="hierFlow" presStyleCnt="0"/>
      <dgm:spPr/>
    </dgm:pt>
    <dgm:pt modelId="{E17AADF2-3D64-4CA0-B51A-61898F0390A4}" type="pres">
      <dgm:prSet presAssocID="{968F3A5F-8310-489A-843D-FA9745A30288}" presName="hierChild1" presStyleCnt="0">
        <dgm:presLayoutVars>
          <dgm:chPref val="1"/>
          <dgm:animOne val="branch"/>
          <dgm:animLvl val="lvl"/>
        </dgm:presLayoutVars>
      </dgm:prSet>
      <dgm:spPr/>
    </dgm:pt>
    <dgm:pt modelId="{26CBF1ED-5847-4D93-AE01-9793C06791B4}" type="pres">
      <dgm:prSet presAssocID="{F10869C8-0C3C-4AF8-9DA2-C147937B92BD}" presName="Name14" presStyleCnt="0"/>
      <dgm:spPr/>
    </dgm:pt>
    <dgm:pt modelId="{28B18C05-880B-454D-825B-A81AEA49645C}" type="pres">
      <dgm:prSet presAssocID="{F10869C8-0C3C-4AF8-9DA2-C147937B92BD}" presName="level1Shape" presStyleLbl="node0" presStyleIdx="0" presStyleCnt="1" custLinFactNeighborX="1576" custLinFactNeighborY="-625">
        <dgm:presLayoutVars>
          <dgm:chPref val="3"/>
        </dgm:presLayoutVars>
      </dgm:prSet>
      <dgm:spPr/>
    </dgm:pt>
    <dgm:pt modelId="{B01173E7-E8E5-4A0C-85D3-02B40C756B23}" type="pres">
      <dgm:prSet presAssocID="{F10869C8-0C3C-4AF8-9DA2-C147937B92BD}" presName="hierChild2" presStyleCnt="0"/>
      <dgm:spPr/>
    </dgm:pt>
    <dgm:pt modelId="{FDEEEA51-C9ED-4E74-9A0B-C5BB783CEF4C}" type="pres">
      <dgm:prSet presAssocID="{9225367A-AEDF-4976-A510-A32D31294E83}" presName="Name19" presStyleLbl="parChTrans1D2" presStyleIdx="0" presStyleCnt="2"/>
      <dgm:spPr/>
    </dgm:pt>
    <dgm:pt modelId="{6B5BE124-C742-4337-9FC5-A2C99ECF255F}" type="pres">
      <dgm:prSet presAssocID="{AD3E87F7-7469-42C5-BEB2-F77256F6B1AA}" presName="Name21" presStyleCnt="0"/>
      <dgm:spPr/>
    </dgm:pt>
    <dgm:pt modelId="{2A8A6619-F5DF-45E4-9ECA-BC46E718E29B}" type="pres">
      <dgm:prSet presAssocID="{AD3E87F7-7469-42C5-BEB2-F77256F6B1AA}" presName="level2Shape" presStyleLbl="node2" presStyleIdx="0" presStyleCnt="2"/>
      <dgm:spPr/>
    </dgm:pt>
    <dgm:pt modelId="{A0B54919-62B5-46D7-961C-0B367CC6B552}" type="pres">
      <dgm:prSet presAssocID="{AD3E87F7-7469-42C5-BEB2-F77256F6B1AA}" presName="hierChild3" presStyleCnt="0"/>
      <dgm:spPr/>
    </dgm:pt>
    <dgm:pt modelId="{5312854D-7676-40E6-9A98-3B28CB852CE6}" type="pres">
      <dgm:prSet presAssocID="{8641DEC8-F827-4947-ADE3-E2A4B08C465C}" presName="Name19" presStyleLbl="parChTrans1D3" presStyleIdx="0" presStyleCnt="2"/>
      <dgm:spPr/>
    </dgm:pt>
    <dgm:pt modelId="{F23137C6-624D-40F0-9FB2-68050164A8F8}" type="pres">
      <dgm:prSet presAssocID="{3DCFDDF3-754B-4625-82E3-21766223139A}" presName="Name21" presStyleCnt="0"/>
      <dgm:spPr/>
    </dgm:pt>
    <dgm:pt modelId="{A0E9B99E-9E13-4AC0-9904-C6D5543A9A1D}" type="pres">
      <dgm:prSet presAssocID="{3DCFDDF3-754B-4625-82E3-21766223139A}" presName="level2Shape" presStyleLbl="node3" presStyleIdx="0" presStyleCnt="2"/>
      <dgm:spPr/>
    </dgm:pt>
    <dgm:pt modelId="{A2908DBF-C3B7-489B-ADB5-5D8E6E967565}" type="pres">
      <dgm:prSet presAssocID="{3DCFDDF3-754B-4625-82E3-21766223139A}" presName="hierChild3" presStyleCnt="0"/>
      <dgm:spPr/>
    </dgm:pt>
    <dgm:pt modelId="{2FCED914-AFD2-497A-A944-A3C35CE79B9C}" type="pres">
      <dgm:prSet presAssocID="{5537A476-3CE5-4AA4-8D6E-00F2ADFA6E96}" presName="Name19" presStyleLbl="parChTrans1D3" presStyleIdx="1" presStyleCnt="2"/>
      <dgm:spPr/>
    </dgm:pt>
    <dgm:pt modelId="{E342F6C5-9C3C-455A-ADB9-0C9120037663}" type="pres">
      <dgm:prSet presAssocID="{182955FB-7B1D-43D8-A69A-7DB957D70D2B}" presName="Name21" presStyleCnt="0"/>
      <dgm:spPr/>
    </dgm:pt>
    <dgm:pt modelId="{7089B09D-8F64-40B1-962D-66A3C7A6CBB1}" type="pres">
      <dgm:prSet presAssocID="{182955FB-7B1D-43D8-A69A-7DB957D70D2B}" presName="level2Shape" presStyleLbl="node3" presStyleIdx="1" presStyleCnt="2" custScaleX="97844"/>
      <dgm:spPr/>
    </dgm:pt>
    <dgm:pt modelId="{283B691B-56B2-4803-A6B4-95C1E35E6007}" type="pres">
      <dgm:prSet presAssocID="{182955FB-7B1D-43D8-A69A-7DB957D70D2B}" presName="hierChild3" presStyleCnt="0"/>
      <dgm:spPr/>
    </dgm:pt>
    <dgm:pt modelId="{8B3877E5-C2DD-4BDD-AE9D-59C782928F63}" type="pres">
      <dgm:prSet presAssocID="{9FACAD1F-6B92-4AB7-B0D2-ADDB2E616DD9}" presName="Name19" presStyleLbl="parChTrans1D2" presStyleIdx="1" presStyleCnt="2"/>
      <dgm:spPr/>
    </dgm:pt>
    <dgm:pt modelId="{8BA2550F-57C5-4E4F-A21C-6BE8037290EB}" type="pres">
      <dgm:prSet presAssocID="{9CB4A542-C9D5-4A42-B14A-4C5AB63EAD71}" presName="Name21" presStyleCnt="0"/>
      <dgm:spPr/>
    </dgm:pt>
    <dgm:pt modelId="{5F1D56ED-C08F-42FF-B58B-DCFF7CE41BF7}" type="pres">
      <dgm:prSet presAssocID="{9CB4A542-C9D5-4A42-B14A-4C5AB63EAD71}" presName="level2Shape" presStyleLbl="node2" presStyleIdx="1" presStyleCnt="2"/>
      <dgm:spPr/>
    </dgm:pt>
    <dgm:pt modelId="{5C703A82-DFCA-4EBD-81BC-9CC5C629F28A}" type="pres">
      <dgm:prSet presAssocID="{9CB4A542-C9D5-4A42-B14A-4C5AB63EAD71}" presName="hierChild3" presStyleCnt="0"/>
      <dgm:spPr/>
    </dgm:pt>
    <dgm:pt modelId="{FAAF75D6-641C-4981-9340-BF3F9C195B6E}" type="pres">
      <dgm:prSet presAssocID="{968F3A5F-8310-489A-843D-FA9745A30288}" presName="bgShapesFlow" presStyleCnt="0"/>
      <dgm:spPr/>
    </dgm:pt>
  </dgm:ptLst>
  <dgm:cxnLst>
    <dgm:cxn modelId="{4AAFC90A-742E-4B64-85C4-1FC142E4D93E}" type="presOf" srcId="{3DCFDDF3-754B-4625-82E3-21766223139A}" destId="{A0E9B99E-9E13-4AC0-9904-C6D5543A9A1D}" srcOrd="0" destOrd="0" presId="urn:microsoft.com/office/officeart/2005/8/layout/hierarchy6"/>
    <dgm:cxn modelId="{D57EDF15-1847-494D-84D5-62EB333B0681}" srcId="{AD3E87F7-7469-42C5-BEB2-F77256F6B1AA}" destId="{3DCFDDF3-754B-4625-82E3-21766223139A}" srcOrd="0" destOrd="0" parTransId="{8641DEC8-F827-4947-ADE3-E2A4B08C465C}" sibTransId="{F06A70AC-8BEC-459C-A970-1F5D43C6C1D2}"/>
    <dgm:cxn modelId="{E4306C22-F23C-441E-9D12-CBE14FCD8A12}" srcId="{AD3E87F7-7469-42C5-BEB2-F77256F6B1AA}" destId="{182955FB-7B1D-43D8-A69A-7DB957D70D2B}" srcOrd="1" destOrd="0" parTransId="{5537A476-3CE5-4AA4-8D6E-00F2ADFA6E96}" sibTransId="{1940F5E0-49C7-4815-AD84-6BA7E653E827}"/>
    <dgm:cxn modelId="{911F7725-EB57-405E-AD7B-513EFE146E66}" srcId="{F10869C8-0C3C-4AF8-9DA2-C147937B92BD}" destId="{AD3E87F7-7469-42C5-BEB2-F77256F6B1AA}" srcOrd="0" destOrd="0" parTransId="{9225367A-AEDF-4976-A510-A32D31294E83}" sibTransId="{08A1A341-051C-405D-A23B-660DD6A4ADBD}"/>
    <dgm:cxn modelId="{9C3A8552-81A3-4F5B-8CFE-622FE09C0DDA}" type="presOf" srcId="{5537A476-3CE5-4AA4-8D6E-00F2ADFA6E96}" destId="{2FCED914-AFD2-497A-A944-A3C35CE79B9C}" srcOrd="0" destOrd="0" presId="urn:microsoft.com/office/officeart/2005/8/layout/hierarchy6"/>
    <dgm:cxn modelId="{EE7B4453-3709-4CEE-8EDE-54AED7F7D011}" srcId="{F10869C8-0C3C-4AF8-9DA2-C147937B92BD}" destId="{9CB4A542-C9D5-4A42-B14A-4C5AB63EAD71}" srcOrd="1" destOrd="0" parTransId="{9FACAD1F-6B92-4AB7-B0D2-ADDB2E616DD9}" sibTransId="{D8FD90E6-2D26-453E-B434-B49B4E299EE4}"/>
    <dgm:cxn modelId="{99F69575-AAA6-4F7A-9332-0E4E08CC3051}" type="presOf" srcId="{968F3A5F-8310-489A-843D-FA9745A30288}" destId="{EFDCCF32-7EBF-433C-AB4B-A62A9CE06204}" srcOrd="0" destOrd="0" presId="urn:microsoft.com/office/officeart/2005/8/layout/hierarchy6"/>
    <dgm:cxn modelId="{2BA7095A-9BD2-4E2D-9151-2D9AED41D8B1}" type="presOf" srcId="{F10869C8-0C3C-4AF8-9DA2-C147937B92BD}" destId="{28B18C05-880B-454D-825B-A81AEA49645C}" srcOrd="0" destOrd="0" presId="urn:microsoft.com/office/officeart/2005/8/layout/hierarchy6"/>
    <dgm:cxn modelId="{EB2CBE88-A1C4-42E0-945F-22AF962F0836}" type="presOf" srcId="{8641DEC8-F827-4947-ADE3-E2A4B08C465C}" destId="{5312854D-7676-40E6-9A98-3B28CB852CE6}" srcOrd="0" destOrd="0" presId="urn:microsoft.com/office/officeart/2005/8/layout/hierarchy6"/>
    <dgm:cxn modelId="{88341B99-BF4A-42AC-91CC-A1C6EF4FA933}" srcId="{968F3A5F-8310-489A-843D-FA9745A30288}" destId="{F10869C8-0C3C-4AF8-9DA2-C147937B92BD}" srcOrd="0" destOrd="0" parTransId="{491DAF2B-A205-437B-BC93-E4C346AB2724}" sibTransId="{83F243B1-106E-455B-A791-51C24C0938D9}"/>
    <dgm:cxn modelId="{045EAED9-4BC0-49E1-8C53-4B3AB26D5020}" type="presOf" srcId="{9225367A-AEDF-4976-A510-A32D31294E83}" destId="{FDEEEA51-C9ED-4E74-9A0B-C5BB783CEF4C}" srcOrd="0" destOrd="0" presId="urn:microsoft.com/office/officeart/2005/8/layout/hierarchy6"/>
    <dgm:cxn modelId="{8F30C1DD-D8F1-49EB-B5A5-360EC271AA54}" type="presOf" srcId="{AD3E87F7-7469-42C5-BEB2-F77256F6B1AA}" destId="{2A8A6619-F5DF-45E4-9ECA-BC46E718E29B}" srcOrd="0" destOrd="0" presId="urn:microsoft.com/office/officeart/2005/8/layout/hierarchy6"/>
    <dgm:cxn modelId="{C7ACD1E9-E704-4AC6-BFA3-5125ECF2BFE0}" type="presOf" srcId="{9FACAD1F-6B92-4AB7-B0D2-ADDB2E616DD9}" destId="{8B3877E5-C2DD-4BDD-AE9D-59C782928F63}" srcOrd="0" destOrd="0" presId="urn:microsoft.com/office/officeart/2005/8/layout/hierarchy6"/>
    <dgm:cxn modelId="{1A1B34EF-62A9-49B0-9DE6-AF8C22F85A7B}" type="presOf" srcId="{182955FB-7B1D-43D8-A69A-7DB957D70D2B}" destId="{7089B09D-8F64-40B1-962D-66A3C7A6CBB1}" srcOrd="0" destOrd="0" presId="urn:microsoft.com/office/officeart/2005/8/layout/hierarchy6"/>
    <dgm:cxn modelId="{DD5B39FA-EA84-4BCB-B359-FB8E787AAFE4}" type="presOf" srcId="{9CB4A542-C9D5-4A42-B14A-4C5AB63EAD71}" destId="{5F1D56ED-C08F-42FF-B58B-DCFF7CE41BF7}" srcOrd="0" destOrd="0" presId="urn:microsoft.com/office/officeart/2005/8/layout/hierarchy6"/>
    <dgm:cxn modelId="{11D8369D-B469-4F69-AC54-0ABE41615EF2}" type="presParOf" srcId="{EFDCCF32-7EBF-433C-AB4B-A62A9CE06204}" destId="{DBCD34C7-A2FD-462C-A384-B638CA75BE4F}" srcOrd="0" destOrd="0" presId="urn:microsoft.com/office/officeart/2005/8/layout/hierarchy6"/>
    <dgm:cxn modelId="{EEB0E29D-6706-4BEC-8FCD-AFEE5B66A191}" type="presParOf" srcId="{DBCD34C7-A2FD-462C-A384-B638CA75BE4F}" destId="{E17AADF2-3D64-4CA0-B51A-61898F0390A4}" srcOrd="0" destOrd="0" presId="urn:microsoft.com/office/officeart/2005/8/layout/hierarchy6"/>
    <dgm:cxn modelId="{D7C0B88C-EDBC-4205-BB71-F6DE0C1CACF2}" type="presParOf" srcId="{E17AADF2-3D64-4CA0-B51A-61898F0390A4}" destId="{26CBF1ED-5847-4D93-AE01-9793C06791B4}" srcOrd="0" destOrd="0" presId="urn:microsoft.com/office/officeart/2005/8/layout/hierarchy6"/>
    <dgm:cxn modelId="{88D4BF72-628A-4691-B14C-64CC05F794C9}" type="presParOf" srcId="{26CBF1ED-5847-4D93-AE01-9793C06791B4}" destId="{28B18C05-880B-454D-825B-A81AEA49645C}" srcOrd="0" destOrd="0" presId="urn:microsoft.com/office/officeart/2005/8/layout/hierarchy6"/>
    <dgm:cxn modelId="{667CE083-5631-41E2-8C95-9D7B3561E99F}" type="presParOf" srcId="{26CBF1ED-5847-4D93-AE01-9793C06791B4}" destId="{B01173E7-E8E5-4A0C-85D3-02B40C756B23}" srcOrd="1" destOrd="0" presId="urn:microsoft.com/office/officeart/2005/8/layout/hierarchy6"/>
    <dgm:cxn modelId="{AABC2502-4B6C-4E4F-BF1C-1A33897D7BB0}" type="presParOf" srcId="{B01173E7-E8E5-4A0C-85D3-02B40C756B23}" destId="{FDEEEA51-C9ED-4E74-9A0B-C5BB783CEF4C}" srcOrd="0" destOrd="0" presId="urn:microsoft.com/office/officeart/2005/8/layout/hierarchy6"/>
    <dgm:cxn modelId="{04A75C6D-A0EA-4587-B222-B0DEA800FCD3}" type="presParOf" srcId="{B01173E7-E8E5-4A0C-85D3-02B40C756B23}" destId="{6B5BE124-C742-4337-9FC5-A2C99ECF255F}" srcOrd="1" destOrd="0" presId="urn:microsoft.com/office/officeart/2005/8/layout/hierarchy6"/>
    <dgm:cxn modelId="{BFC33EAE-A9E6-4E95-AAB9-7D6058866414}" type="presParOf" srcId="{6B5BE124-C742-4337-9FC5-A2C99ECF255F}" destId="{2A8A6619-F5DF-45E4-9ECA-BC46E718E29B}" srcOrd="0" destOrd="0" presId="urn:microsoft.com/office/officeart/2005/8/layout/hierarchy6"/>
    <dgm:cxn modelId="{777F98A9-FEB7-4E7C-95D2-C3FBCE07B074}" type="presParOf" srcId="{6B5BE124-C742-4337-9FC5-A2C99ECF255F}" destId="{A0B54919-62B5-46D7-961C-0B367CC6B552}" srcOrd="1" destOrd="0" presId="urn:microsoft.com/office/officeart/2005/8/layout/hierarchy6"/>
    <dgm:cxn modelId="{D6DFE4BF-4108-4AAA-84B1-11A1B67D43D1}" type="presParOf" srcId="{A0B54919-62B5-46D7-961C-0B367CC6B552}" destId="{5312854D-7676-40E6-9A98-3B28CB852CE6}" srcOrd="0" destOrd="0" presId="urn:microsoft.com/office/officeart/2005/8/layout/hierarchy6"/>
    <dgm:cxn modelId="{838EB0CA-FE68-4129-9538-B5968226CA6A}" type="presParOf" srcId="{A0B54919-62B5-46D7-961C-0B367CC6B552}" destId="{F23137C6-624D-40F0-9FB2-68050164A8F8}" srcOrd="1" destOrd="0" presId="urn:microsoft.com/office/officeart/2005/8/layout/hierarchy6"/>
    <dgm:cxn modelId="{85043E6D-D2ED-429B-9452-737C6AA3C7E7}" type="presParOf" srcId="{F23137C6-624D-40F0-9FB2-68050164A8F8}" destId="{A0E9B99E-9E13-4AC0-9904-C6D5543A9A1D}" srcOrd="0" destOrd="0" presId="urn:microsoft.com/office/officeart/2005/8/layout/hierarchy6"/>
    <dgm:cxn modelId="{9D1062E7-777C-4D8C-9D82-E87946B1653C}" type="presParOf" srcId="{F23137C6-624D-40F0-9FB2-68050164A8F8}" destId="{A2908DBF-C3B7-489B-ADB5-5D8E6E967565}" srcOrd="1" destOrd="0" presId="urn:microsoft.com/office/officeart/2005/8/layout/hierarchy6"/>
    <dgm:cxn modelId="{EF4C6E45-BA63-49C7-B0E1-B872A9B3F837}" type="presParOf" srcId="{A0B54919-62B5-46D7-961C-0B367CC6B552}" destId="{2FCED914-AFD2-497A-A944-A3C35CE79B9C}" srcOrd="2" destOrd="0" presId="urn:microsoft.com/office/officeart/2005/8/layout/hierarchy6"/>
    <dgm:cxn modelId="{135DF908-CB2A-492D-AD06-584F58192108}" type="presParOf" srcId="{A0B54919-62B5-46D7-961C-0B367CC6B552}" destId="{E342F6C5-9C3C-455A-ADB9-0C9120037663}" srcOrd="3" destOrd="0" presId="urn:microsoft.com/office/officeart/2005/8/layout/hierarchy6"/>
    <dgm:cxn modelId="{591FFF57-77DA-4F09-8E60-A71ED9C1F6A1}" type="presParOf" srcId="{E342F6C5-9C3C-455A-ADB9-0C9120037663}" destId="{7089B09D-8F64-40B1-962D-66A3C7A6CBB1}" srcOrd="0" destOrd="0" presId="urn:microsoft.com/office/officeart/2005/8/layout/hierarchy6"/>
    <dgm:cxn modelId="{9E5C318E-3B91-4F2D-930F-E1840FDDA94D}" type="presParOf" srcId="{E342F6C5-9C3C-455A-ADB9-0C9120037663}" destId="{283B691B-56B2-4803-A6B4-95C1E35E6007}" srcOrd="1" destOrd="0" presId="urn:microsoft.com/office/officeart/2005/8/layout/hierarchy6"/>
    <dgm:cxn modelId="{9E10F23C-CA07-4CB3-A928-EE3954EF9CEF}" type="presParOf" srcId="{B01173E7-E8E5-4A0C-85D3-02B40C756B23}" destId="{8B3877E5-C2DD-4BDD-AE9D-59C782928F63}" srcOrd="2" destOrd="0" presId="urn:microsoft.com/office/officeart/2005/8/layout/hierarchy6"/>
    <dgm:cxn modelId="{679EEC9E-7A42-43AE-BAB3-642349ED2F34}" type="presParOf" srcId="{B01173E7-E8E5-4A0C-85D3-02B40C756B23}" destId="{8BA2550F-57C5-4E4F-A21C-6BE8037290EB}" srcOrd="3" destOrd="0" presId="urn:microsoft.com/office/officeart/2005/8/layout/hierarchy6"/>
    <dgm:cxn modelId="{A63A2E71-86AC-4FA7-A5C9-9AB4FFAEFD02}" type="presParOf" srcId="{8BA2550F-57C5-4E4F-A21C-6BE8037290EB}" destId="{5F1D56ED-C08F-42FF-B58B-DCFF7CE41BF7}" srcOrd="0" destOrd="0" presId="urn:microsoft.com/office/officeart/2005/8/layout/hierarchy6"/>
    <dgm:cxn modelId="{5E52205D-7627-477A-862E-E335550C9F03}" type="presParOf" srcId="{8BA2550F-57C5-4E4F-A21C-6BE8037290EB}" destId="{5C703A82-DFCA-4EBD-81BC-9CC5C629F28A}" srcOrd="1" destOrd="0" presId="urn:microsoft.com/office/officeart/2005/8/layout/hierarchy6"/>
    <dgm:cxn modelId="{8AF547BC-0E1F-4098-8812-F5F70DD4CEE0}" type="presParOf" srcId="{EFDCCF32-7EBF-433C-AB4B-A62A9CE06204}" destId="{FAAF75D6-641C-4981-9340-BF3F9C195B6E}"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18C05-880B-454D-825B-A81AEA49645C}">
      <dsp:nvSpPr>
        <dsp:cNvPr id="0" name=""/>
        <dsp:cNvSpPr/>
      </dsp:nvSpPr>
      <dsp:spPr>
        <a:xfrm>
          <a:off x="4283176" y="0"/>
          <a:ext cx="2114371" cy="1409581"/>
        </a:xfrm>
        <a:prstGeom prst="roundRect">
          <a:avLst>
            <a:gd name="adj" fmla="val 10000"/>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a-IR" sz="2400" b="1" i="1" kern="1200" dirty="0">
              <a:solidFill>
                <a:schemeClr val="tx1"/>
              </a:solidFill>
              <a:latin typeface="Dubai Medium" panose="020B0603030403030204" pitchFamily="34" charset="-78"/>
              <a:ea typeface="Verdana" panose="020B0604030504040204" pitchFamily="34" charset="0"/>
              <a:cs typeface="Dubai Medium" panose="020B0603030403030204" pitchFamily="34" charset="-78"/>
            </a:rPr>
            <a:t>مدیر پروژه</a:t>
          </a:r>
          <a:endParaRPr lang="en-US" sz="2400" b="1" i="1" kern="1200" dirty="0">
            <a:solidFill>
              <a:schemeClr val="tx1"/>
            </a:solidFill>
            <a:latin typeface="Dubai Medium" panose="020B0603030403030204" pitchFamily="34" charset="-78"/>
            <a:ea typeface="Verdana" panose="020B0604030504040204" pitchFamily="34" charset="0"/>
            <a:cs typeface="Dubai Medium" panose="020B0603030403030204" pitchFamily="34" charset="-78"/>
          </a:endParaRPr>
        </a:p>
      </dsp:txBody>
      <dsp:txXfrm>
        <a:off x="4324461" y="41285"/>
        <a:ext cx="2031801" cy="1327011"/>
      </dsp:txXfrm>
    </dsp:sp>
    <dsp:sp modelId="{FDEEEA51-C9ED-4E74-9A0B-C5BB783CEF4C}">
      <dsp:nvSpPr>
        <dsp:cNvPr id="0" name=""/>
        <dsp:cNvSpPr/>
      </dsp:nvSpPr>
      <dsp:spPr>
        <a:xfrm>
          <a:off x="3932698" y="1409581"/>
          <a:ext cx="1407664" cy="565327"/>
        </a:xfrm>
        <a:custGeom>
          <a:avLst/>
          <a:gdLst/>
          <a:ahLst/>
          <a:cxnLst/>
          <a:rect l="0" t="0" r="0" b="0"/>
          <a:pathLst>
            <a:path>
              <a:moveTo>
                <a:pt x="1407664" y="0"/>
              </a:moveTo>
              <a:lnTo>
                <a:pt x="1407664" y="282663"/>
              </a:lnTo>
              <a:lnTo>
                <a:pt x="0" y="282663"/>
              </a:lnTo>
              <a:lnTo>
                <a:pt x="0" y="565327"/>
              </a:lnTo>
            </a:path>
          </a:pathLst>
        </a:custGeom>
        <a:noFill/>
        <a:ln w="19050"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A8A6619-F5DF-45E4-9ECA-BC46E718E29B}">
      <dsp:nvSpPr>
        <dsp:cNvPr id="0" name=""/>
        <dsp:cNvSpPr/>
      </dsp:nvSpPr>
      <dsp:spPr>
        <a:xfrm>
          <a:off x="2875512" y="1974908"/>
          <a:ext cx="2114371" cy="1409581"/>
        </a:xfrm>
        <a:prstGeom prst="roundRect">
          <a:avLst>
            <a:gd name="adj" fmla="val 10000"/>
          </a:avLst>
        </a:prstGeom>
        <a:gradFill rotWithShape="0">
          <a:gsLst>
            <a:gs pos="0">
              <a:schemeClr val="accent3">
                <a:hueOff val="0"/>
                <a:satOff val="0"/>
                <a:lumOff val="0"/>
                <a:alphaOff val="0"/>
                <a:tint val="94000"/>
                <a:satMod val="100000"/>
                <a:lumMod val="104000"/>
              </a:schemeClr>
            </a:gs>
            <a:gs pos="69000">
              <a:schemeClr val="accent3">
                <a:hueOff val="0"/>
                <a:satOff val="0"/>
                <a:lumOff val="0"/>
                <a:alphaOff val="0"/>
                <a:shade val="86000"/>
                <a:satMod val="130000"/>
                <a:lumMod val="102000"/>
              </a:schemeClr>
            </a:gs>
            <a:gs pos="100000">
              <a:schemeClr val="accent3">
                <a:hueOff val="0"/>
                <a:satOff val="0"/>
                <a:lumOff val="0"/>
                <a:alphaOff val="0"/>
                <a:shade val="72000"/>
                <a:satMod val="130000"/>
                <a:lumMod val="100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a-IR" sz="2400" kern="1200" dirty="0"/>
            <a:t>توسعه دهنده اصلی</a:t>
          </a:r>
          <a:endParaRPr lang="en-US" sz="2400" kern="1200" dirty="0"/>
        </a:p>
      </dsp:txBody>
      <dsp:txXfrm>
        <a:off x="2916797" y="2016193"/>
        <a:ext cx="2031801" cy="1327011"/>
      </dsp:txXfrm>
    </dsp:sp>
    <dsp:sp modelId="{5312854D-7676-40E6-9A98-3B28CB852CE6}">
      <dsp:nvSpPr>
        <dsp:cNvPr id="0" name=""/>
        <dsp:cNvSpPr/>
      </dsp:nvSpPr>
      <dsp:spPr>
        <a:xfrm>
          <a:off x="2581149" y="3384490"/>
          <a:ext cx="1351548" cy="563832"/>
        </a:xfrm>
        <a:custGeom>
          <a:avLst/>
          <a:gdLst/>
          <a:ahLst/>
          <a:cxnLst/>
          <a:rect l="0" t="0" r="0" b="0"/>
          <a:pathLst>
            <a:path>
              <a:moveTo>
                <a:pt x="1351548" y="0"/>
              </a:moveTo>
              <a:lnTo>
                <a:pt x="1351548" y="281916"/>
              </a:lnTo>
              <a:lnTo>
                <a:pt x="0" y="281916"/>
              </a:lnTo>
              <a:lnTo>
                <a:pt x="0" y="563832"/>
              </a:lnTo>
            </a:path>
          </a:pathLst>
        </a:custGeom>
        <a:noFill/>
        <a:ln w="19050"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0E9B99E-9E13-4AC0-9904-C6D5543A9A1D}">
      <dsp:nvSpPr>
        <dsp:cNvPr id="0" name=""/>
        <dsp:cNvSpPr/>
      </dsp:nvSpPr>
      <dsp:spPr>
        <a:xfrm>
          <a:off x="1523963" y="3948322"/>
          <a:ext cx="2114371" cy="1409581"/>
        </a:xfrm>
        <a:prstGeom prst="roundRect">
          <a:avLst>
            <a:gd name="adj" fmla="val 10000"/>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a-IR" sz="2400" kern="1200" dirty="0"/>
            <a:t>برنامه نویس </a:t>
          </a:r>
          <a:r>
            <a:rPr lang="en-US" sz="2400" kern="1200" dirty="0"/>
            <a:t>back end</a:t>
          </a:r>
        </a:p>
      </dsp:txBody>
      <dsp:txXfrm>
        <a:off x="1565248" y="3989607"/>
        <a:ext cx="2031801" cy="1327011"/>
      </dsp:txXfrm>
    </dsp:sp>
    <dsp:sp modelId="{2FCED914-AFD2-497A-A944-A3C35CE79B9C}">
      <dsp:nvSpPr>
        <dsp:cNvPr id="0" name=""/>
        <dsp:cNvSpPr/>
      </dsp:nvSpPr>
      <dsp:spPr>
        <a:xfrm>
          <a:off x="3932698" y="3384490"/>
          <a:ext cx="1374341" cy="563832"/>
        </a:xfrm>
        <a:custGeom>
          <a:avLst/>
          <a:gdLst/>
          <a:ahLst/>
          <a:cxnLst/>
          <a:rect l="0" t="0" r="0" b="0"/>
          <a:pathLst>
            <a:path>
              <a:moveTo>
                <a:pt x="0" y="0"/>
              </a:moveTo>
              <a:lnTo>
                <a:pt x="0" y="281916"/>
              </a:lnTo>
              <a:lnTo>
                <a:pt x="1374341" y="281916"/>
              </a:lnTo>
              <a:lnTo>
                <a:pt x="1374341" y="563832"/>
              </a:lnTo>
            </a:path>
          </a:pathLst>
        </a:custGeom>
        <a:noFill/>
        <a:ln w="19050"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089B09D-8F64-40B1-962D-66A3C7A6CBB1}">
      <dsp:nvSpPr>
        <dsp:cNvPr id="0" name=""/>
        <dsp:cNvSpPr/>
      </dsp:nvSpPr>
      <dsp:spPr>
        <a:xfrm>
          <a:off x="4272647" y="3948322"/>
          <a:ext cx="2068786" cy="1409581"/>
        </a:xfrm>
        <a:prstGeom prst="roundRect">
          <a:avLst>
            <a:gd name="adj" fmla="val 10000"/>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	</a:t>
          </a:r>
          <a:r>
            <a:rPr lang="fa-IR" sz="2400" kern="1200" dirty="0"/>
            <a:t>برنامه نویس </a:t>
          </a:r>
          <a:r>
            <a:rPr lang="en-US" sz="2400" kern="1200" dirty="0"/>
            <a:t>frontend</a:t>
          </a:r>
        </a:p>
      </dsp:txBody>
      <dsp:txXfrm>
        <a:off x="4313932" y="3989607"/>
        <a:ext cx="1986216" cy="1327011"/>
      </dsp:txXfrm>
    </dsp:sp>
    <dsp:sp modelId="{8B3877E5-C2DD-4BDD-AE9D-59C782928F63}">
      <dsp:nvSpPr>
        <dsp:cNvPr id="0" name=""/>
        <dsp:cNvSpPr/>
      </dsp:nvSpPr>
      <dsp:spPr>
        <a:xfrm>
          <a:off x="5340362" y="1409581"/>
          <a:ext cx="1341019" cy="565327"/>
        </a:xfrm>
        <a:custGeom>
          <a:avLst/>
          <a:gdLst/>
          <a:ahLst/>
          <a:cxnLst/>
          <a:rect l="0" t="0" r="0" b="0"/>
          <a:pathLst>
            <a:path>
              <a:moveTo>
                <a:pt x="0" y="0"/>
              </a:moveTo>
              <a:lnTo>
                <a:pt x="0" y="282663"/>
              </a:lnTo>
              <a:lnTo>
                <a:pt x="1341019" y="282663"/>
              </a:lnTo>
              <a:lnTo>
                <a:pt x="1341019" y="565327"/>
              </a:lnTo>
            </a:path>
          </a:pathLst>
        </a:custGeom>
        <a:noFill/>
        <a:ln w="19050"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F1D56ED-C08F-42FF-B58B-DCFF7CE41BF7}">
      <dsp:nvSpPr>
        <dsp:cNvPr id="0" name=""/>
        <dsp:cNvSpPr/>
      </dsp:nvSpPr>
      <dsp:spPr>
        <a:xfrm>
          <a:off x="5624196" y="1974908"/>
          <a:ext cx="2114371" cy="1409581"/>
        </a:xfrm>
        <a:prstGeom prst="roundRect">
          <a:avLst>
            <a:gd name="adj" fmla="val 10000"/>
          </a:avLst>
        </a:prstGeom>
        <a:gradFill rotWithShape="0">
          <a:gsLst>
            <a:gs pos="0">
              <a:schemeClr val="accent3">
                <a:hueOff val="0"/>
                <a:satOff val="0"/>
                <a:lumOff val="0"/>
                <a:alphaOff val="0"/>
                <a:tint val="94000"/>
                <a:satMod val="100000"/>
                <a:lumMod val="104000"/>
              </a:schemeClr>
            </a:gs>
            <a:gs pos="69000">
              <a:schemeClr val="accent3">
                <a:hueOff val="0"/>
                <a:satOff val="0"/>
                <a:lumOff val="0"/>
                <a:alphaOff val="0"/>
                <a:shade val="86000"/>
                <a:satMod val="130000"/>
                <a:lumMod val="102000"/>
              </a:schemeClr>
            </a:gs>
            <a:gs pos="100000">
              <a:schemeClr val="accent3">
                <a:hueOff val="0"/>
                <a:satOff val="0"/>
                <a:lumOff val="0"/>
                <a:alphaOff val="0"/>
                <a:shade val="72000"/>
                <a:satMod val="130000"/>
                <a:lumMod val="100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fa-IR" sz="2400" kern="1200" dirty="0"/>
            <a:t>طراح </a:t>
          </a:r>
          <a:r>
            <a:rPr lang="en-US" sz="2400" kern="1200" dirty="0"/>
            <a:t> UI_UX</a:t>
          </a:r>
        </a:p>
      </dsp:txBody>
      <dsp:txXfrm>
        <a:off x="5665481" y="2016193"/>
        <a:ext cx="2031801" cy="132701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555ADF-231F-48DD-84B7-B57797BD5F3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1564591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555ADF-231F-48DD-84B7-B57797BD5F3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282992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555ADF-231F-48DD-84B7-B57797BD5F3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34639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1663441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555ADF-231F-48DD-84B7-B57797BD5F3B}"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310130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555ADF-231F-48DD-84B7-B57797BD5F3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073610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555ADF-231F-48DD-84B7-B57797BD5F3B}"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280599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432467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497670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93211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1953752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71103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555ADF-231F-48DD-84B7-B57797BD5F3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4057450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D555ADF-231F-48DD-84B7-B57797BD5F3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1256697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D555ADF-231F-48DD-84B7-B57797BD5F3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3895496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555ADF-231F-48DD-84B7-B57797BD5F3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904974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555ADF-231F-48DD-84B7-B57797BD5F3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DDD13-6F56-4523-9889-5D9420F1A47B}" type="slidenum">
              <a:rPr lang="en-US" smtClean="0"/>
              <a:t>‹#›</a:t>
            </a:fld>
            <a:endParaRPr lang="en-US"/>
          </a:p>
        </p:txBody>
      </p:sp>
    </p:spTree>
    <p:extLst>
      <p:ext uri="{BB962C8B-B14F-4D97-AF65-F5344CB8AC3E}">
        <p14:creationId xmlns:p14="http://schemas.microsoft.com/office/powerpoint/2010/main" val="2163384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D555ADF-231F-48DD-84B7-B57797BD5F3B}" type="datetimeFigureOut">
              <a:rPr lang="en-US" smtClean="0"/>
              <a:t>4/30/2026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2ADDD13-6F56-4523-9889-5D9420F1A47B}" type="slidenum">
              <a:rPr lang="en-US" smtClean="0"/>
              <a:t>‹#›</a:t>
            </a:fld>
            <a:endParaRPr lang="en-US"/>
          </a:p>
        </p:txBody>
      </p:sp>
    </p:spTree>
    <p:extLst>
      <p:ext uri="{BB962C8B-B14F-4D97-AF65-F5344CB8AC3E}">
        <p14:creationId xmlns:p14="http://schemas.microsoft.com/office/powerpoint/2010/main" val="417491402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A6237-E601-0EDE-E232-12C839E36583}"/>
              </a:ext>
            </a:extLst>
          </p:cNvPr>
          <p:cNvSpPr>
            <a:spLocks noGrp="1"/>
          </p:cNvSpPr>
          <p:nvPr>
            <p:ph type="ctrTitle"/>
          </p:nvPr>
        </p:nvSpPr>
        <p:spPr/>
        <p:txBody>
          <a:bodyPr>
            <a:normAutofit/>
          </a:bodyPr>
          <a:lstStyle/>
          <a:p>
            <a:r>
              <a:rPr lang="fa-IR" sz="9600" b="1" dirty="0">
                <a:latin typeface="Dubai" panose="020B0503030403030204" pitchFamily="34" charset="-78"/>
                <a:cs typeface="Dubai" panose="020B0503030403030204" pitchFamily="34" charset="-78"/>
              </a:rPr>
              <a:t>معماری نرم افزار</a:t>
            </a:r>
            <a:endParaRPr lang="en-US" sz="9600" b="1" dirty="0">
              <a:latin typeface="Dubai" panose="020B0503030403030204" pitchFamily="34" charset="-78"/>
              <a:cs typeface="Dubai" panose="020B0503030403030204" pitchFamily="34" charset="-78"/>
            </a:endParaRPr>
          </a:p>
        </p:txBody>
      </p:sp>
      <p:sp>
        <p:nvSpPr>
          <p:cNvPr id="3" name="Subtitle 2">
            <a:extLst>
              <a:ext uri="{FF2B5EF4-FFF2-40B4-BE49-F238E27FC236}">
                <a16:creationId xmlns:a16="http://schemas.microsoft.com/office/drawing/2014/main" id="{E342515C-06E8-A02F-84D0-B326423AEC12}"/>
              </a:ext>
            </a:extLst>
          </p:cNvPr>
          <p:cNvSpPr>
            <a:spLocks noGrp="1"/>
          </p:cNvSpPr>
          <p:nvPr>
            <p:ph type="subTitle" idx="1"/>
          </p:nvPr>
        </p:nvSpPr>
        <p:spPr>
          <a:xfrm>
            <a:off x="1422400" y="3686703"/>
            <a:ext cx="9144000" cy="2620963"/>
          </a:xfrm>
        </p:spPr>
        <p:txBody>
          <a:bodyPr>
            <a:normAutofit fontScale="92500" lnSpcReduction="20000"/>
          </a:bodyPr>
          <a:lstStyle/>
          <a:p>
            <a:pPr rtl="1"/>
            <a:r>
              <a:rPr lang="fa-IR" b="1" dirty="0">
                <a:solidFill>
                  <a:schemeClr val="tx2">
                    <a:lumMod val="90000"/>
                  </a:schemeClr>
                </a:solidFill>
                <a:latin typeface="Dubai Light" panose="020B0303030403030204" pitchFamily="34" charset="-78"/>
                <a:cs typeface="Dubai Light" panose="020B0303030403030204" pitchFamily="34" charset="-78"/>
              </a:rPr>
              <a:t>معماری نرم افزار در یک سیستم، نشان‌دهنده تصمیمات طراحی ساختار و رفتار کلی در آن سیستم است. یک سیستم مجموعه‌ای از مولفه‌ها است که هر یک کارکرد یا کارکردهای خاصی را انجام می‌دهند. به عبارت دیگر، معماری نرم‌افزار پایه محکمی را فراهم می‌کند که بر اساس آن می‌توان نرم‌افزار را توسعه داد. معماری نرم افزار تعیین‌کننده کیفیت، عملکرد، قابلیت نگهداری و موفقیت کلی سیستم است. چندین الگو و اصول معماری سطح بالا وجود دارند که معمولاً در سیستم‌های مدرن استفاده می‌شوند. این الگوها اغلب به عنوان سبک‌های معماری شناخته می‌شوند.</a:t>
            </a:r>
            <a:endParaRPr lang="en-US" b="1" dirty="0">
              <a:solidFill>
                <a:schemeClr val="tx2">
                  <a:lumMod val="90000"/>
                </a:schemeClr>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168657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FEBF4-4304-38EA-6FAE-42D66B6B27ED}"/>
              </a:ext>
            </a:extLst>
          </p:cNvPr>
          <p:cNvSpPr>
            <a:spLocks noGrp="1"/>
          </p:cNvSpPr>
          <p:nvPr>
            <p:ph type="title"/>
          </p:nvPr>
        </p:nvSpPr>
        <p:spPr/>
        <p:txBody>
          <a:bodyPr>
            <a:normAutofit/>
          </a:bodyPr>
          <a:lstStyle/>
          <a:p>
            <a:r>
              <a:rPr lang="fa-IR" sz="8800" i="1" dirty="0">
                <a:solidFill>
                  <a:srgbClr val="00B0F0"/>
                </a:solidFill>
              </a:rPr>
              <a:t>ساختار پروژه</a:t>
            </a:r>
            <a:endParaRPr lang="en-US" sz="8800" i="1" dirty="0">
              <a:solidFill>
                <a:srgbClr val="00B0F0"/>
              </a:solidFill>
            </a:endParaRPr>
          </a:p>
        </p:txBody>
      </p:sp>
      <p:graphicFrame>
        <p:nvGraphicFramePr>
          <p:cNvPr id="6" name="Content Placeholder 5">
            <a:extLst>
              <a:ext uri="{FF2B5EF4-FFF2-40B4-BE49-F238E27FC236}">
                <a16:creationId xmlns:a16="http://schemas.microsoft.com/office/drawing/2014/main" id="{7898C23F-5501-B99A-CAE6-E4BE5A3BC9B8}"/>
              </a:ext>
            </a:extLst>
          </p:cNvPr>
          <p:cNvGraphicFramePr>
            <a:graphicFrameLocks noGrp="1"/>
          </p:cNvGraphicFramePr>
          <p:nvPr>
            <p:ph idx="1"/>
            <p:extLst>
              <p:ext uri="{D42A27DB-BD31-4B8C-83A1-F6EECF244321}">
                <p14:modId xmlns:p14="http://schemas.microsoft.com/office/powerpoint/2010/main" val="2002435966"/>
              </p:ext>
            </p:extLst>
          </p:nvPr>
        </p:nvGraphicFramePr>
        <p:xfrm>
          <a:off x="914400" y="2099733"/>
          <a:ext cx="10353675" cy="3784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0510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65ED80B-3254-C3BE-C1A3-51FBB9063802}"/>
              </a:ext>
            </a:extLst>
          </p:cNvPr>
          <p:cNvGraphicFramePr>
            <a:graphicFrameLocks noGrp="1"/>
          </p:cNvGraphicFramePr>
          <p:nvPr>
            <p:ph idx="1"/>
            <p:extLst>
              <p:ext uri="{D42A27DB-BD31-4B8C-83A1-F6EECF244321}">
                <p14:modId xmlns:p14="http://schemas.microsoft.com/office/powerpoint/2010/main" val="2239491727"/>
              </p:ext>
            </p:extLst>
          </p:nvPr>
        </p:nvGraphicFramePr>
        <p:xfrm>
          <a:off x="2794001" y="804334"/>
          <a:ext cx="9262532" cy="5359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DDD17AFB-0817-D267-894F-0B590513386C}"/>
              </a:ext>
            </a:extLst>
          </p:cNvPr>
          <p:cNvSpPr txBox="1"/>
          <p:nvPr/>
        </p:nvSpPr>
        <p:spPr>
          <a:xfrm>
            <a:off x="1930400" y="1007408"/>
            <a:ext cx="2252133" cy="1938992"/>
          </a:xfrm>
          <a:prstGeom prst="rect">
            <a:avLst/>
          </a:prstGeom>
          <a:noFill/>
        </p:spPr>
        <p:txBody>
          <a:bodyPr wrap="square" rtlCol="0">
            <a:spAutoFit/>
          </a:bodyPr>
          <a:lstStyle/>
          <a:p>
            <a:r>
              <a:rPr lang="fa-IR" sz="6000" dirty="0">
                <a:solidFill>
                  <a:srgbClr val="00B0F0"/>
                </a:solidFill>
                <a:latin typeface="Dubai Medium" panose="020B0603030403030204" pitchFamily="34" charset="-78"/>
                <a:cs typeface="Dubai Medium" panose="020B0603030403030204" pitchFamily="34" charset="-78"/>
              </a:rPr>
              <a:t>ساختار پروژه</a:t>
            </a:r>
            <a:endParaRPr lang="en-US" sz="6000" dirty="0">
              <a:solidFill>
                <a:srgbClr val="00B0F0"/>
              </a:solidFill>
              <a:latin typeface="Dubai Medium" panose="020B0603030403030204" pitchFamily="34" charset="-78"/>
              <a:cs typeface="Dubai Medium" panose="020B0603030403030204" pitchFamily="34" charset="-78"/>
            </a:endParaRPr>
          </a:p>
        </p:txBody>
      </p:sp>
    </p:spTree>
    <p:extLst>
      <p:ext uri="{BB962C8B-B14F-4D97-AF65-F5344CB8AC3E}">
        <p14:creationId xmlns:p14="http://schemas.microsoft.com/office/powerpoint/2010/main" val="111422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72</TotalTime>
  <Words>129</Words>
  <Application>Microsoft Office PowerPoint</Application>
  <PresentationFormat>Widescreen</PresentationFormat>
  <Paragraphs>10</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Bookman Old Style</vt:lpstr>
      <vt:lpstr>Dubai</vt:lpstr>
      <vt:lpstr>Dubai Light</vt:lpstr>
      <vt:lpstr>Dubai Medium</vt:lpstr>
      <vt:lpstr>Rockwell</vt:lpstr>
      <vt:lpstr>Damask</vt:lpstr>
      <vt:lpstr>معماری نرم افزار</vt:lpstr>
      <vt:lpstr>ساختار پروژه</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parham babaei</dc:creator>
  <cp:lastModifiedBy>parham babaei</cp:lastModifiedBy>
  <cp:revision>2</cp:revision>
  <dcterms:created xsi:type="dcterms:W3CDTF">2026-04-30T09:41:12Z</dcterms:created>
  <dcterms:modified xsi:type="dcterms:W3CDTF">2026-04-30T10:53:31Z</dcterms:modified>
</cp:coreProperties>
</file>